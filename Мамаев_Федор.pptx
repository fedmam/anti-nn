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1600F1-F6D3-4057-9AAF-83A64E05B08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8" name=""/>
            <p:cNvCxnSpPr>
              <a:stCxn id="9" idx="6"/>
              <a:endCxn id="1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" name=""/>
            <p:cNvCxnSpPr>
              <a:stCxn id="12" idx="6"/>
              <a:endCxn id="1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" name=""/>
            <p:cNvCxnSpPr>
              <a:stCxn id="15" idx="6"/>
              <a:endCxn id="1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" name=""/>
            <p:cNvCxnSpPr>
              <a:stCxn id="18" idx="6"/>
              <a:endCxn id="1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0" name=""/>
            <p:cNvCxnSpPr>
              <a:stCxn id="21" idx="6"/>
              <a:endCxn id="2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" name=""/>
            <p:cNvCxnSpPr>
              <a:stCxn id="24" idx="6"/>
              <a:endCxn id="2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" name=""/>
            <p:cNvCxnSpPr>
              <a:stCxn id="27" idx="6"/>
              <a:endCxn id="2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" name=""/>
            <p:cNvCxnSpPr>
              <a:stCxn id="30" idx="6"/>
              <a:endCxn id="3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2" name=""/>
            <p:cNvCxnSpPr>
              <a:stCxn id="33" idx="6"/>
              <a:endCxn id="3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" name=""/>
            <p:cNvCxnSpPr>
              <a:stCxn id="36" idx="6"/>
              <a:endCxn id="3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" name=""/>
            <p:cNvCxnSpPr>
              <a:stCxn id="39" idx="6"/>
              <a:endCxn id="4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" name=""/>
            <p:cNvCxnSpPr>
              <a:stCxn id="42" idx="6"/>
              <a:endCxn id="4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4" name=""/>
            <p:cNvCxnSpPr>
              <a:stCxn id="45" idx="6"/>
              <a:endCxn id="4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" name=""/>
            <p:cNvCxnSpPr>
              <a:stCxn id="48" idx="6"/>
              <a:endCxn id="4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" name=""/>
            <p:cNvCxnSpPr>
              <a:stCxn id="51" idx="6"/>
              <a:endCxn id="5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" name=""/>
            <p:cNvCxnSpPr>
              <a:stCxn id="54" idx="6"/>
              <a:endCxn id="5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6" name=""/>
            <p:cNvCxnSpPr>
              <a:stCxn id="57" idx="6"/>
              <a:endCxn id="5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" name=""/>
            <p:cNvCxnSpPr>
              <a:stCxn id="60" idx="6"/>
              <a:endCxn id="6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" name=""/>
            <p:cNvCxnSpPr>
              <a:stCxn id="63" idx="6"/>
              <a:endCxn id="6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" name=""/>
            <p:cNvCxnSpPr>
              <a:stCxn id="66" idx="6"/>
              <a:endCxn id="6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8" name=""/>
            <p:cNvCxnSpPr>
              <a:stCxn id="69" idx="6"/>
              <a:endCxn id="7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" name=""/>
            <p:cNvCxnSpPr>
              <a:stCxn id="72" idx="6"/>
              <a:endCxn id="7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4" name=""/>
            <p:cNvCxnSpPr>
              <a:stCxn id="75" idx="6"/>
              <a:endCxn id="7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7" name=""/>
            <p:cNvCxnSpPr>
              <a:stCxn id="78" idx="6"/>
              <a:endCxn id="7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0" name=""/>
            <p:cNvCxnSpPr>
              <a:stCxn id="81" idx="6"/>
              <a:endCxn id="8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3" name=""/>
            <p:cNvCxnSpPr>
              <a:stCxn id="84" idx="6"/>
              <a:endCxn id="8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6" name=""/>
            <p:cNvCxnSpPr>
              <a:stCxn id="87" idx="6"/>
              <a:endCxn id="8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4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ftr" idx="5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sldNum" idx="6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EC7F61A-20EA-416C-86E4-BC8AB9889A8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4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95" name=""/>
            <p:cNvCxnSpPr>
              <a:stCxn id="9" idx="6"/>
              <a:endCxn id="1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6" name=""/>
            <p:cNvCxnSpPr>
              <a:stCxn id="12" idx="6"/>
              <a:endCxn id="1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7" name=""/>
            <p:cNvCxnSpPr>
              <a:stCxn id="15" idx="6"/>
              <a:endCxn id="1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8" name=""/>
            <p:cNvCxnSpPr>
              <a:stCxn id="18" idx="6"/>
              <a:endCxn id="1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9" name=""/>
            <p:cNvCxnSpPr>
              <a:stCxn id="21" idx="6"/>
              <a:endCxn id="2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0" name=""/>
            <p:cNvCxnSpPr>
              <a:stCxn id="24" idx="6"/>
              <a:endCxn id="2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1" name=""/>
            <p:cNvCxnSpPr>
              <a:stCxn id="27" idx="6"/>
              <a:endCxn id="2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2" name=""/>
            <p:cNvCxnSpPr>
              <a:stCxn id="30" idx="6"/>
              <a:endCxn id="3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3" name=""/>
            <p:cNvCxnSpPr>
              <a:stCxn id="33" idx="6"/>
              <a:endCxn id="3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4" name=""/>
            <p:cNvCxnSpPr>
              <a:stCxn id="36" idx="6"/>
              <a:endCxn id="3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5" name=""/>
            <p:cNvCxnSpPr>
              <a:stCxn id="39" idx="6"/>
              <a:endCxn id="4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6" name=""/>
            <p:cNvCxnSpPr>
              <a:stCxn id="42" idx="6"/>
              <a:endCxn id="4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7" name=""/>
            <p:cNvCxnSpPr>
              <a:stCxn id="45" idx="6"/>
              <a:endCxn id="4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8" name=""/>
            <p:cNvCxnSpPr>
              <a:stCxn id="48" idx="6"/>
              <a:endCxn id="4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9" name=""/>
            <p:cNvCxnSpPr>
              <a:stCxn id="51" idx="6"/>
              <a:endCxn id="5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0" name=""/>
            <p:cNvCxnSpPr>
              <a:stCxn id="54" idx="6"/>
              <a:endCxn id="5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1" name=""/>
            <p:cNvCxnSpPr>
              <a:stCxn id="57" idx="6"/>
              <a:endCxn id="5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2" name=""/>
            <p:cNvCxnSpPr>
              <a:stCxn id="60" idx="6"/>
              <a:endCxn id="6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3" name=""/>
            <p:cNvCxnSpPr>
              <a:stCxn id="63" idx="6"/>
              <a:endCxn id="6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4" name=""/>
            <p:cNvCxnSpPr>
              <a:stCxn id="66" idx="6"/>
              <a:endCxn id="6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5" name=""/>
            <p:cNvCxnSpPr>
              <a:stCxn id="69" idx="6"/>
              <a:endCxn id="7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6" name=""/>
            <p:cNvCxnSpPr>
              <a:stCxn id="72" idx="6"/>
              <a:endCxn id="7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7" name=""/>
            <p:cNvCxnSpPr>
              <a:stCxn id="75" idx="6"/>
              <a:endCxn id="7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8" name=""/>
            <p:cNvCxnSpPr>
              <a:stCxn id="78" idx="6"/>
              <a:endCxn id="7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9" name=""/>
            <p:cNvCxnSpPr>
              <a:stCxn id="81" idx="6"/>
              <a:endCxn id="8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0" name=""/>
            <p:cNvCxnSpPr>
              <a:stCxn id="84" idx="6"/>
              <a:endCxn id="8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1" name=""/>
            <p:cNvCxnSpPr>
              <a:stCxn id="87" idx="6"/>
              <a:endCxn id="8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7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ftr" idx="8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9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C86A81-7012-4774-8C20-BE2AE9AC757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128" name=""/>
            <p:cNvCxnSpPr>
              <a:stCxn id="129" idx="6"/>
              <a:endCxn id="13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1" name=""/>
            <p:cNvCxnSpPr>
              <a:stCxn id="132" idx="6"/>
              <a:endCxn id="13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4" name=""/>
            <p:cNvCxnSpPr>
              <a:stCxn id="135" idx="6"/>
              <a:endCxn id="13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7" name=""/>
            <p:cNvCxnSpPr>
              <a:stCxn id="138" idx="6"/>
              <a:endCxn id="13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0" name=""/>
            <p:cNvCxnSpPr>
              <a:stCxn id="141" idx="6"/>
              <a:endCxn id="14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3" name=""/>
            <p:cNvCxnSpPr>
              <a:stCxn id="144" idx="6"/>
              <a:endCxn id="14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6" name=""/>
            <p:cNvCxnSpPr>
              <a:stCxn id="147" idx="6"/>
              <a:endCxn id="14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9" name=""/>
            <p:cNvCxnSpPr>
              <a:stCxn id="150" idx="6"/>
              <a:endCxn id="15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2" name=""/>
            <p:cNvCxnSpPr>
              <a:stCxn id="153" idx="6"/>
              <a:endCxn id="15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5" name=""/>
            <p:cNvCxnSpPr>
              <a:stCxn id="156" idx="6"/>
              <a:endCxn id="15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8" name=""/>
            <p:cNvCxnSpPr>
              <a:stCxn id="159" idx="6"/>
              <a:endCxn id="16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1" name=""/>
            <p:cNvCxnSpPr>
              <a:stCxn id="162" idx="6"/>
              <a:endCxn id="16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4" name=""/>
            <p:cNvCxnSpPr>
              <a:stCxn id="165" idx="6"/>
              <a:endCxn id="16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7" name=""/>
            <p:cNvCxnSpPr>
              <a:stCxn id="168" idx="6"/>
              <a:endCxn id="16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0" name=""/>
            <p:cNvCxnSpPr>
              <a:stCxn id="171" idx="6"/>
              <a:endCxn id="17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3" name=""/>
            <p:cNvCxnSpPr>
              <a:stCxn id="174" idx="6"/>
              <a:endCxn id="17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6" name=""/>
            <p:cNvCxnSpPr>
              <a:stCxn id="177" idx="6"/>
              <a:endCxn id="17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9" name=""/>
            <p:cNvCxnSpPr>
              <a:stCxn id="180" idx="6"/>
              <a:endCxn id="18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82" name=""/>
            <p:cNvCxnSpPr>
              <a:stCxn id="183" idx="6"/>
              <a:endCxn id="18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85" name=""/>
            <p:cNvCxnSpPr>
              <a:stCxn id="186" idx="6"/>
              <a:endCxn id="18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88" name=""/>
            <p:cNvCxnSpPr>
              <a:stCxn id="189" idx="6"/>
              <a:endCxn id="19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91" name=""/>
            <p:cNvCxnSpPr>
              <a:stCxn id="192" idx="6"/>
              <a:endCxn id="19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94" name=""/>
            <p:cNvCxnSpPr>
              <a:stCxn id="195" idx="6"/>
              <a:endCxn id="19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97" name=""/>
            <p:cNvCxnSpPr>
              <a:stCxn id="198" idx="6"/>
              <a:endCxn id="19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00" name=""/>
            <p:cNvCxnSpPr>
              <a:stCxn id="201" idx="6"/>
              <a:endCxn id="20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03" name=""/>
            <p:cNvCxnSpPr>
              <a:stCxn id="204" idx="6"/>
              <a:endCxn id="20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06" name=""/>
            <p:cNvCxnSpPr>
              <a:stCxn id="207" idx="6"/>
              <a:endCxn id="20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12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1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dt" idx="10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ftr" idx="11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sldNum" idx="12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91572F-06EA-4AB3-8C81-C1574A68377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4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215" name=""/>
            <p:cNvCxnSpPr>
              <a:stCxn id="129" idx="6"/>
              <a:endCxn id="13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16" name=""/>
            <p:cNvCxnSpPr>
              <a:stCxn id="132" idx="6"/>
              <a:endCxn id="13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17" name=""/>
            <p:cNvCxnSpPr>
              <a:stCxn id="135" idx="6"/>
              <a:endCxn id="13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18" name=""/>
            <p:cNvCxnSpPr>
              <a:stCxn id="138" idx="6"/>
              <a:endCxn id="13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19" name=""/>
            <p:cNvCxnSpPr>
              <a:stCxn id="141" idx="6"/>
              <a:endCxn id="14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0" name=""/>
            <p:cNvCxnSpPr>
              <a:stCxn id="144" idx="6"/>
              <a:endCxn id="14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1" name=""/>
            <p:cNvCxnSpPr>
              <a:stCxn id="147" idx="6"/>
              <a:endCxn id="14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2" name=""/>
            <p:cNvCxnSpPr>
              <a:stCxn id="150" idx="6"/>
              <a:endCxn id="15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3" name=""/>
            <p:cNvCxnSpPr>
              <a:stCxn id="153" idx="6"/>
              <a:endCxn id="15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4" name=""/>
            <p:cNvCxnSpPr>
              <a:stCxn id="156" idx="6"/>
              <a:endCxn id="15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5" name=""/>
            <p:cNvCxnSpPr>
              <a:stCxn id="159" idx="6"/>
              <a:endCxn id="16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6" name=""/>
            <p:cNvCxnSpPr>
              <a:stCxn id="162" idx="6"/>
              <a:endCxn id="16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7" name=""/>
            <p:cNvCxnSpPr>
              <a:stCxn id="165" idx="6"/>
              <a:endCxn id="16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8" name=""/>
            <p:cNvCxnSpPr>
              <a:stCxn id="168" idx="6"/>
              <a:endCxn id="16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9" name=""/>
            <p:cNvCxnSpPr>
              <a:stCxn id="171" idx="6"/>
              <a:endCxn id="17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0" name=""/>
            <p:cNvCxnSpPr>
              <a:stCxn id="174" idx="6"/>
              <a:endCxn id="17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1" name=""/>
            <p:cNvCxnSpPr>
              <a:stCxn id="177" idx="6"/>
              <a:endCxn id="17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2" name=""/>
            <p:cNvCxnSpPr>
              <a:stCxn id="180" idx="6"/>
              <a:endCxn id="18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3" name=""/>
            <p:cNvCxnSpPr>
              <a:stCxn id="183" idx="6"/>
              <a:endCxn id="18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4" name=""/>
            <p:cNvCxnSpPr>
              <a:stCxn id="186" idx="6"/>
              <a:endCxn id="18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5" name=""/>
            <p:cNvCxnSpPr>
              <a:stCxn id="189" idx="6"/>
              <a:endCxn id="19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6" name=""/>
            <p:cNvCxnSpPr>
              <a:stCxn id="192" idx="6"/>
              <a:endCxn id="19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7" name=""/>
            <p:cNvCxnSpPr>
              <a:stCxn id="195" idx="6"/>
              <a:endCxn id="19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8" name=""/>
            <p:cNvCxnSpPr>
              <a:stCxn id="198" idx="6"/>
              <a:endCxn id="19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9" name=""/>
            <p:cNvCxnSpPr>
              <a:stCxn id="201" idx="6"/>
              <a:endCxn id="20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40" name=""/>
            <p:cNvCxnSpPr>
              <a:stCxn id="204" idx="6"/>
              <a:endCxn id="20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41" name=""/>
            <p:cNvCxnSpPr>
              <a:stCxn id="207" idx="6"/>
              <a:endCxn id="20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12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13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ftr" idx="14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sldNum" idx="15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638A48D-8EA2-45E5-9A15-7912357BE57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4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248" name=""/>
            <p:cNvCxnSpPr>
              <a:stCxn id="249" idx="6"/>
              <a:endCxn id="25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51" name=""/>
            <p:cNvCxnSpPr>
              <a:stCxn id="252" idx="6"/>
              <a:endCxn id="25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54" name=""/>
            <p:cNvCxnSpPr>
              <a:stCxn id="255" idx="6"/>
              <a:endCxn id="25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57" name=""/>
            <p:cNvCxnSpPr>
              <a:stCxn id="258" idx="6"/>
              <a:endCxn id="25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0" name=""/>
            <p:cNvCxnSpPr>
              <a:stCxn id="261" idx="6"/>
              <a:endCxn id="26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3" name=""/>
            <p:cNvCxnSpPr>
              <a:stCxn id="264" idx="6"/>
              <a:endCxn id="26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6" name=""/>
            <p:cNvCxnSpPr>
              <a:stCxn id="267" idx="6"/>
              <a:endCxn id="26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9" name=""/>
            <p:cNvCxnSpPr>
              <a:stCxn id="270" idx="6"/>
              <a:endCxn id="27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72" name=""/>
            <p:cNvCxnSpPr>
              <a:stCxn id="273" idx="6"/>
              <a:endCxn id="27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75" name=""/>
            <p:cNvCxnSpPr>
              <a:stCxn id="276" idx="6"/>
              <a:endCxn id="27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78" name=""/>
            <p:cNvCxnSpPr>
              <a:stCxn id="279" idx="6"/>
              <a:endCxn id="28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81" name=""/>
            <p:cNvCxnSpPr>
              <a:stCxn id="282" idx="6"/>
              <a:endCxn id="28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84" name=""/>
            <p:cNvCxnSpPr>
              <a:stCxn id="285" idx="6"/>
              <a:endCxn id="28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87" name=""/>
            <p:cNvCxnSpPr>
              <a:stCxn id="288" idx="6"/>
              <a:endCxn id="28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0" name=""/>
            <p:cNvCxnSpPr>
              <a:stCxn id="291" idx="6"/>
              <a:endCxn id="29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3" name=""/>
            <p:cNvCxnSpPr>
              <a:stCxn id="294" idx="6"/>
              <a:endCxn id="29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6" name=""/>
            <p:cNvCxnSpPr>
              <a:stCxn id="297" idx="6"/>
              <a:endCxn id="29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9" name=""/>
            <p:cNvCxnSpPr>
              <a:stCxn id="300" idx="6"/>
              <a:endCxn id="30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02" name=""/>
            <p:cNvCxnSpPr>
              <a:stCxn id="303" idx="6"/>
              <a:endCxn id="30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05" name=""/>
            <p:cNvCxnSpPr>
              <a:stCxn id="306" idx="6"/>
              <a:endCxn id="30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08" name=""/>
            <p:cNvCxnSpPr>
              <a:stCxn id="309" idx="6"/>
              <a:endCxn id="31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11" name=""/>
            <p:cNvCxnSpPr>
              <a:stCxn id="312" idx="6"/>
              <a:endCxn id="31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14" name=""/>
            <p:cNvCxnSpPr>
              <a:stCxn id="315" idx="6"/>
              <a:endCxn id="31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17" name=""/>
            <p:cNvCxnSpPr>
              <a:stCxn id="318" idx="6"/>
              <a:endCxn id="31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20" name=""/>
            <p:cNvCxnSpPr>
              <a:stCxn id="321" idx="6"/>
              <a:endCxn id="32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23" name=""/>
            <p:cNvCxnSpPr>
              <a:stCxn id="324" idx="6"/>
              <a:endCxn id="32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26" name=""/>
            <p:cNvCxnSpPr>
              <a:stCxn id="327" idx="6"/>
              <a:endCxn id="32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24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2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dt" idx="16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ftr" idx="17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5"/>
          <p:cNvSpPr>
            <a:spLocks noGrp="1"/>
          </p:cNvSpPr>
          <p:nvPr>
            <p:ph type="sldNum" idx="18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51393C-725E-4693-A2AC-2B426BC0520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4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335" name=""/>
            <p:cNvCxnSpPr>
              <a:stCxn id="249" idx="6"/>
              <a:endCxn id="25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36" name=""/>
            <p:cNvCxnSpPr>
              <a:stCxn id="252" idx="6"/>
              <a:endCxn id="25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37" name=""/>
            <p:cNvCxnSpPr>
              <a:stCxn id="255" idx="6"/>
              <a:endCxn id="25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38" name=""/>
            <p:cNvCxnSpPr>
              <a:stCxn id="258" idx="6"/>
              <a:endCxn id="25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39" name=""/>
            <p:cNvCxnSpPr>
              <a:stCxn id="261" idx="6"/>
              <a:endCxn id="26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0" name=""/>
            <p:cNvCxnSpPr>
              <a:stCxn id="264" idx="6"/>
              <a:endCxn id="26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1" name=""/>
            <p:cNvCxnSpPr>
              <a:stCxn id="267" idx="6"/>
              <a:endCxn id="26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2" name=""/>
            <p:cNvCxnSpPr>
              <a:stCxn id="270" idx="6"/>
              <a:endCxn id="27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3" name=""/>
            <p:cNvCxnSpPr>
              <a:stCxn id="273" idx="6"/>
              <a:endCxn id="27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4" name=""/>
            <p:cNvCxnSpPr>
              <a:stCxn id="276" idx="6"/>
              <a:endCxn id="27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5" name=""/>
            <p:cNvCxnSpPr>
              <a:stCxn id="279" idx="6"/>
              <a:endCxn id="28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6" name=""/>
            <p:cNvCxnSpPr>
              <a:stCxn id="282" idx="6"/>
              <a:endCxn id="28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7" name=""/>
            <p:cNvCxnSpPr>
              <a:stCxn id="285" idx="6"/>
              <a:endCxn id="28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8" name=""/>
            <p:cNvCxnSpPr>
              <a:stCxn id="288" idx="6"/>
              <a:endCxn id="28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9" name=""/>
            <p:cNvCxnSpPr>
              <a:stCxn id="291" idx="6"/>
              <a:endCxn id="29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0" name=""/>
            <p:cNvCxnSpPr>
              <a:stCxn id="294" idx="6"/>
              <a:endCxn id="29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1" name=""/>
            <p:cNvCxnSpPr>
              <a:stCxn id="297" idx="6"/>
              <a:endCxn id="29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2" name=""/>
            <p:cNvCxnSpPr>
              <a:stCxn id="300" idx="6"/>
              <a:endCxn id="30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3" name=""/>
            <p:cNvCxnSpPr>
              <a:stCxn id="303" idx="6"/>
              <a:endCxn id="30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4" name=""/>
            <p:cNvCxnSpPr>
              <a:stCxn id="306" idx="6"/>
              <a:endCxn id="30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5" name=""/>
            <p:cNvCxnSpPr>
              <a:stCxn id="309" idx="6"/>
              <a:endCxn id="31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6" name=""/>
            <p:cNvCxnSpPr>
              <a:stCxn id="312" idx="6"/>
              <a:endCxn id="31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7" name=""/>
            <p:cNvCxnSpPr>
              <a:stCxn id="315" idx="6"/>
              <a:endCxn id="31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8" name=""/>
            <p:cNvCxnSpPr>
              <a:stCxn id="318" idx="6"/>
              <a:endCxn id="31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9" name=""/>
            <p:cNvCxnSpPr>
              <a:stCxn id="321" idx="6"/>
              <a:endCxn id="32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60" name=""/>
            <p:cNvCxnSpPr>
              <a:stCxn id="324" idx="6"/>
              <a:endCxn id="32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61" name=""/>
            <p:cNvCxnSpPr>
              <a:stCxn id="327" idx="6"/>
              <a:endCxn id="32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24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3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dt" idx="19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ftr" idx="20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 type="sldNum" idx="21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95A19EA-DC18-4448-8037-09E8958329C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6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368" name=""/>
            <p:cNvCxnSpPr>
              <a:stCxn id="369" idx="6"/>
              <a:endCxn id="37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71" name=""/>
            <p:cNvCxnSpPr>
              <a:stCxn id="372" idx="6"/>
              <a:endCxn id="37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74" name=""/>
            <p:cNvCxnSpPr>
              <a:stCxn id="375" idx="6"/>
              <a:endCxn id="37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77" name=""/>
            <p:cNvCxnSpPr>
              <a:stCxn id="378" idx="6"/>
              <a:endCxn id="37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0" name=""/>
            <p:cNvCxnSpPr>
              <a:stCxn id="381" idx="6"/>
              <a:endCxn id="38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3" name=""/>
            <p:cNvCxnSpPr>
              <a:stCxn id="384" idx="6"/>
              <a:endCxn id="38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6" name=""/>
            <p:cNvCxnSpPr>
              <a:stCxn id="387" idx="6"/>
              <a:endCxn id="38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9" name=""/>
            <p:cNvCxnSpPr>
              <a:stCxn id="390" idx="6"/>
              <a:endCxn id="39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92" name=""/>
            <p:cNvCxnSpPr>
              <a:stCxn id="393" idx="6"/>
              <a:endCxn id="39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95" name=""/>
            <p:cNvCxnSpPr>
              <a:stCxn id="396" idx="6"/>
              <a:endCxn id="39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98" name=""/>
            <p:cNvCxnSpPr>
              <a:stCxn id="399" idx="6"/>
              <a:endCxn id="40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01" name=""/>
            <p:cNvCxnSpPr>
              <a:stCxn id="402" idx="6"/>
              <a:endCxn id="40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04" name=""/>
            <p:cNvCxnSpPr>
              <a:stCxn id="405" idx="6"/>
              <a:endCxn id="40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07" name=""/>
            <p:cNvCxnSpPr>
              <a:stCxn id="408" idx="6"/>
              <a:endCxn id="40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0" name=""/>
            <p:cNvCxnSpPr>
              <a:stCxn id="411" idx="6"/>
              <a:endCxn id="41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3" name=""/>
            <p:cNvCxnSpPr>
              <a:stCxn id="414" idx="6"/>
              <a:endCxn id="41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6" name=""/>
            <p:cNvCxnSpPr>
              <a:stCxn id="417" idx="6"/>
              <a:endCxn id="41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9" name=""/>
            <p:cNvCxnSpPr>
              <a:stCxn id="420" idx="6"/>
              <a:endCxn id="42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22" name=""/>
            <p:cNvCxnSpPr>
              <a:stCxn id="423" idx="6"/>
              <a:endCxn id="42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25" name=""/>
            <p:cNvCxnSpPr>
              <a:stCxn id="426" idx="6"/>
              <a:endCxn id="42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28" name=""/>
            <p:cNvCxnSpPr>
              <a:stCxn id="429" idx="6"/>
              <a:endCxn id="43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31" name=""/>
            <p:cNvCxnSpPr>
              <a:stCxn id="432" idx="6"/>
              <a:endCxn id="43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34" name=""/>
            <p:cNvCxnSpPr>
              <a:stCxn id="435" idx="6"/>
              <a:endCxn id="43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37" name=""/>
            <p:cNvCxnSpPr>
              <a:stCxn id="438" idx="6"/>
              <a:endCxn id="43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40" name=""/>
            <p:cNvCxnSpPr>
              <a:stCxn id="441" idx="6"/>
              <a:endCxn id="44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43" name=""/>
            <p:cNvCxnSpPr>
              <a:stCxn id="444" idx="6"/>
              <a:endCxn id="44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46" name=""/>
            <p:cNvCxnSpPr>
              <a:stCxn id="447" idx="6"/>
              <a:endCxn id="44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36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3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dt" idx="22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ftr" idx="23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sldNum" idx="24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810868-C95E-48D0-864C-D412D1ADC22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54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455" name=""/>
            <p:cNvCxnSpPr>
              <a:stCxn id="369" idx="6"/>
              <a:endCxn id="37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56" name=""/>
            <p:cNvCxnSpPr>
              <a:stCxn id="372" idx="6"/>
              <a:endCxn id="37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57" name=""/>
            <p:cNvCxnSpPr>
              <a:stCxn id="375" idx="6"/>
              <a:endCxn id="37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58" name=""/>
            <p:cNvCxnSpPr>
              <a:stCxn id="378" idx="6"/>
              <a:endCxn id="37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59" name=""/>
            <p:cNvCxnSpPr>
              <a:stCxn id="381" idx="6"/>
              <a:endCxn id="38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0" name=""/>
            <p:cNvCxnSpPr>
              <a:stCxn id="384" idx="6"/>
              <a:endCxn id="38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1" name=""/>
            <p:cNvCxnSpPr>
              <a:stCxn id="387" idx="6"/>
              <a:endCxn id="38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2" name=""/>
            <p:cNvCxnSpPr>
              <a:stCxn id="390" idx="6"/>
              <a:endCxn id="39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3" name=""/>
            <p:cNvCxnSpPr>
              <a:stCxn id="393" idx="6"/>
              <a:endCxn id="39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4" name=""/>
            <p:cNvCxnSpPr>
              <a:stCxn id="396" idx="6"/>
              <a:endCxn id="39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5" name=""/>
            <p:cNvCxnSpPr>
              <a:stCxn id="399" idx="6"/>
              <a:endCxn id="40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6" name=""/>
            <p:cNvCxnSpPr>
              <a:stCxn id="402" idx="6"/>
              <a:endCxn id="40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7" name=""/>
            <p:cNvCxnSpPr>
              <a:stCxn id="405" idx="6"/>
              <a:endCxn id="40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8" name=""/>
            <p:cNvCxnSpPr>
              <a:stCxn id="408" idx="6"/>
              <a:endCxn id="40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9" name=""/>
            <p:cNvCxnSpPr>
              <a:stCxn id="411" idx="6"/>
              <a:endCxn id="41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0" name=""/>
            <p:cNvCxnSpPr>
              <a:stCxn id="414" idx="6"/>
              <a:endCxn id="41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1" name=""/>
            <p:cNvCxnSpPr>
              <a:stCxn id="417" idx="6"/>
              <a:endCxn id="41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2" name=""/>
            <p:cNvCxnSpPr>
              <a:stCxn id="420" idx="6"/>
              <a:endCxn id="42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3" name=""/>
            <p:cNvCxnSpPr>
              <a:stCxn id="423" idx="6"/>
              <a:endCxn id="42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4" name=""/>
            <p:cNvCxnSpPr>
              <a:stCxn id="426" idx="6"/>
              <a:endCxn id="42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5" name=""/>
            <p:cNvCxnSpPr>
              <a:stCxn id="429" idx="6"/>
              <a:endCxn id="43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6" name=""/>
            <p:cNvCxnSpPr>
              <a:stCxn id="432" idx="6"/>
              <a:endCxn id="43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7" name=""/>
            <p:cNvCxnSpPr>
              <a:stCxn id="435" idx="6"/>
              <a:endCxn id="43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8" name=""/>
            <p:cNvCxnSpPr>
              <a:stCxn id="438" idx="6"/>
              <a:endCxn id="43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9" name=""/>
            <p:cNvCxnSpPr>
              <a:stCxn id="441" idx="6"/>
              <a:endCxn id="44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80" name=""/>
            <p:cNvCxnSpPr>
              <a:stCxn id="444" idx="6"/>
              <a:endCxn id="44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81" name=""/>
            <p:cNvCxnSpPr>
              <a:stCxn id="447" idx="6"/>
              <a:endCxn id="44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36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4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dt" idx="25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ftr" idx="26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sldNum" idx="27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76446A8-D750-4361-B906-7845AAC8EAD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8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488" name=""/>
            <p:cNvCxnSpPr>
              <a:stCxn id="489" idx="6"/>
              <a:endCxn id="49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91" name=""/>
            <p:cNvCxnSpPr>
              <a:stCxn id="492" idx="6"/>
              <a:endCxn id="49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94" name=""/>
            <p:cNvCxnSpPr>
              <a:stCxn id="495" idx="6"/>
              <a:endCxn id="49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97" name=""/>
            <p:cNvCxnSpPr>
              <a:stCxn id="498" idx="6"/>
              <a:endCxn id="49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0" name=""/>
            <p:cNvCxnSpPr>
              <a:stCxn id="501" idx="6"/>
              <a:endCxn id="50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3" name=""/>
            <p:cNvCxnSpPr>
              <a:stCxn id="504" idx="6"/>
              <a:endCxn id="50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6" name=""/>
            <p:cNvCxnSpPr>
              <a:stCxn id="507" idx="6"/>
              <a:endCxn id="50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9" name=""/>
            <p:cNvCxnSpPr>
              <a:stCxn id="510" idx="6"/>
              <a:endCxn id="51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12" name=""/>
            <p:cNvCxnSpPr>
              <a:stCxn id="513" idx="6"/>
              <a:endCxn id="51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15" name=""/>
            <p:cNvCxnSpPr>
              <a:stCxn id="516" idx="6"/>
              <a:endCxn id="51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18" name=""/>
            <p:cNvCxnSpPr>
              <a:stCxn id="519" idx="6"/>
              <a:endCxn id="52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21" name=""/>
            <p:cNvCxnSpPr>
              <a:stCxn id="522" idx="6"/>
              <a:endCxn id="52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24" name=""/>
            <p:cNvCxnSpPr>
              <a:stCxn id="525" idx="6"/>
              <a:endCxn id="52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27" name=""/>
            <p:cNvCxnSpPr>
              <a:stCxn id="528" idx="6"/>
              <a:endCxn id="52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0" name=""/>
            <p:cNvCxnSpPr>
              <a:stCxn id="531" idx="6"/>
              <a:endCxn id="53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3" name=""/>
            <p:cNvCxnSpPr>
              <a:stCxn id="534" idx="6"/>
              <a:endCxn id="53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6" name=""/>
            <p:cNvCxnSpPr>
              <a:stCxn id="537" idx="6"/>
              <a:endCxn id="53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9" name=""/>
            <p:cNvCxnSpPr>
              <a:stCxn id="540" idx="6"/>
              <a:endCxn id="54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42" name=""/>
            <p:cNvCxnSpPr>
              <a:stCxn id="543" idx="6"/>
              <a:endCxn id="54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45" name=""/>
            <p:cNvCxnSpPr>
              <a:stCxn id="546" idx="6"/>
              <a:endCxn id="54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48" name=""/>
            <p:cNvCxnSpPr>
              <a:stCxn id="549" idx="6"/>
              <a:endCxn id="55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51" name=""/>
            <p:cNvCxnSpPr>
              <a:stCxn id="552" idx="6"/>
              <a:endCxn id="55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54" name=""/>
            <p:cNvCxnSpPr>
              <a:stCxn id="555" idx="6"/>
              <a:endCxn id="55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57" name=""/>
            <p:cNvCxnSpPr>
              <a:stCxn id="558" idx="6"/>
              <a:endCxn id="55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60" name=""/>
            <p:cNvCxnSpPr>
              <a:stCxn id="561" idx="6"/>
              <a:endCxn id="56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63" name=""/>
            <p:cNvCxnSpPr>
              <a:stCxn id="564" idx="6"/>
              <a:endCxn id="56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66" name=""/>
            <p:cNvCxnSpPr>
              <a:stCxn id="567" idx="6"/>
              <a:endCxn id="56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48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4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dt" idx="28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PlaceHolder 4"/>
          <p:cNvSpPr>
            <a:spLocks noGrp="1"/>
          </p:cNvSpPr>
          <p:nvPr>
            <p:ph type="ftr" idx="29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PlaceHolder 5"/>
          <p:cNvSpPr>
            <a:spLocks noGrp="1"/>
          </p:cNvSpPr>
          <p:nvPr>
            <p:ph type="sldNum" idx="30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5BA2525-6E95-418D-9DA0-899BE79D4CF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74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575" name=""/>
            <p:cNvCxnSpPr>
              <a:stCxn id="489" idx="6"/>
              <a:endCxn id="49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76" name=""/>
            <p:cNvCxnSpPr>
              <a:stCxn id="492" idx="6"/>
              <a:endCxn id="49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77" name=""/>
            <p:cNvCxnSpPr>
              <a:stCxn id="495" idx="6"/>
              <a:endCxn id="49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78" name=""/>
            <p:cNvCxnSpPr>
              <a:stCxn id="498" idx="6"/>
              <a:endCxn id="49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79" name=""/>
            <p:cNvCxnSpPr>
              <a:stCxn id="501" idx="6"/>
              <a:endCxn id="50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0" name=""/>
            <p:cNvCxnSpPr>
              <a:stCxn id="504" idx="6"/>
              <a:endCxn id="50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1" name=""/>
            <p:cNvCxnSpPr>
              <a:stCxn id="507" idx="6"/>
              <a:endCxn id="50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2" name=""/>
            <p:cNvCxnSpPr>
              <a:stCxn id="510" idx="6"/>
              <a:endCxn id="51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3" name=""/>
            <p:cNvCxnSpPr>
              <a:stCxn id="513" idx="6"/>
              <a:endCxn id="51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4" name=""/>
            <p:cNvCxnSpPr>
              <a:stCxn id="516" idx="6"/>
              <a:endCxn id="51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5" name=""/>
            <p:cNvCxnSpPr>
              <a:stCxn id="519" idx="6"/>
              <a:endCxn id="52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6" name=""/>
            <p:cNvCxnSpPr>
              <a:stCxn id="522" idx="6"/>
              <a:endCxn id="52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7" name=""/>
            <p:cNvCxnSpPr>
              <a:stCxn id="525" idx="6"/>
              <a:endCxn id="52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8" name=""/>
            <p:cNvCxnSpPr>
              <a:stCxn id="528" idx="6"/>
              <a:endCxn id="52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9" name=""/>
            <p:cNvCxnSpPr>
              <a:stCxn id="531" idx="6"/>
              <a:endCxn id="53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0" name=""/>
            <p:cNvCxnSpPr>
              <a:stCxn id="534" idx="6"/>
              <a:endCxn id="53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1" name=""/>
            <p:cNvCxnSpPr>
              <a:stCxn id="537" idx="6"/>
              <a:endCxn id="53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2" name=""/>
            <p:cNvCxnSpPr>
              <a:stCxn id="540" idx="6"/>
              <a:endCxn id="54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3" name=""/>
            <p:cNvCxnSpPr>
              <a:stCxn id="543" idx="6"/>
              <a:endCxn id="54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4" name=""/>
            <p:cNvCxnSpPr>
              <a:stCxn id="546" idx="6"/>
              <a:endCxn id="54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5" name=""/>
            <p:cNvCxnSpPr>
              <a:stCxn id="549" idx="6"/>
              <a:endCxn id="55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6" name=""/>
            <p:cNvCxnSpPr>
              <a:stCxn id="552" idx="6"/>
              <a:endCxn id="55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7" name=""/>
            <p:cNvCxnSpPr>
              <a:stCxn id="555" idx="6"/>
              <a:endCxn id="55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8" name=""/>
            <p:cNvCxnSpPr>
              <a:stCxn id="558" idx="6"/>
              <a:endCxn id="55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9" name=""/>
            <p:cNvCxnSpPr>
              <a:stCxn id="561" idx="6"/>
              <a:endCxn id="56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00" name=""/>
            <p:cNvCxnSpPr>
              <a:stCxn id="564" idx="6"/>
              <a:endCxn id="56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01" name=""/>
            <p:cNvCxnSpPr>
              <a:stCxn id="567" idx="6"/>
              <a:endCxn id="56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48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5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dt" idx="3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PlaceHolder 4"/>
          <p:cNvSpPr>
            <a:spLocks noGrp="1"/>
          </p:cNvSpPr>
          <p:nvPr>
            <p:ph type="ftr" idx="3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PlaceHolder 5"/>
          <p:cNvSpPr>
            <a:spLocks noGrp="1"/>
          </p:cNvSpPr>
          <p:nvPr>
            <p:ph type="sldNum" idx="3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7DA06D-A28D-4D4D-A666-78B98C9FAAB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0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608" name=""/>
            <p:cNvCxnSpPr>
              <a:stCxn id="609" idx="6"/>
              <a:endCxn id="61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11" name=""/>
            <p:cNvCxnSpPr>
              <a:stCxn id="612" idx="6"/>
              <a:endCxn id="61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14" name=""/>
            <p:cNvCxnSpPr>
              <a:stCxn id="615" idx="6"/>
              <a:endCxn id="61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17" name=""/>
            <p:cNvCxnSpPr>
              <a:stCxn id="618" idx="6"/>
              <a:endCxn id="61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0" name=""/>
            <p:cNvCxnSpPr>
              <a:stCxn id="621" idx="6"/>
              <a:endCxn id="62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3" name=""/>
            <p:cNvCxnSpPr>
              <a:stCxn id="624" idx="6"/>
              <a:endCxn id="62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6" name=""/>
            <p:cNvCxnSpPr>
              <a:stCxn id="627" idx="6"/>
              <a:endCxn id="62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9" name=""/>
            <p:cNvCxnSpPr>
              <a:stCxn id="630" idx="6"/>
              <a:endCxn id="63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32" name=""/>
            <p:cNvCxnSpPr>
              <a:stCxn id="633" idx="6"/>
              <a:endCxn id="63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35" name=""/>
            <p:cNvCxnSpPr>
              <a:stCxn id="636" idx="6"/>
              <a:endCxn id="63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38" name=""/>
            <p:cNvCxnSpPr>
              <a:stCxn id="639" idx="6"/>
              <a:endCxn id="64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41" name=""/>
            <p:cNvCxnSpPr>
              <a:stCxn id="642" idx="6"/>
              <a:endCxn id="64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44" name=""/>
            <p:cNvCxnSpPr>
              <a:stCxn id="645" idx="6"/>
              <a:endCxn id="64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47" name=""/>
            <p:cNvCxnSpPr>
              <a:stCxn id="648" idx="6"/>
              <a:endCxn id="64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0" name=""/>
            <p:cNvCxnSpPr>
              <a:stCxn id="651" idx="6"/>
              <a:endCxn id="65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3" name=""/>
            <p:cNvCxnSpPr>
              <a:stCxn id="654" idx="6"/>
              <a:endCxn id="65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6" name=""/>
            <p:cNvCxnSpPr>
              <a:stCxn id="657" idx="6"/>
              <a:endCxn id="65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9" name=""/>
            <p:cNvCxnSpPr>
              <a:stCxn id="660" idx="6"/>
              <a:endCxn id="66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62" name=""/>
            <p:cNvCxnSpPr>
              <a:stCxn id="663" idx="6"/>
              <a:endCxn id="66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65" name=""/>
            <p:cNvCxnSpPr>
              <a:stCxn id="666" idx="6"/>
              <a:endCxn id="66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68" name=""/>
            <p:cNvCxnSpPr>
              <a:stCxn id="669" idx="6"/>
              <a:endCxn id="67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71" name=""/>
            <p:cNvCxnSpPr>
              <a:stCxn id="672" idx="6"/>
              <a:endCxn id="67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74" name=""/>
            <p:cNvCxnSpPr>
              <a:stCxn id="675" idx="6"/>
              <a:endCxn id="67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77" name=""/>
            <p:cNvCxnSpPr>
              <a:stCxn id="678" idx="6"/>
              <a:endCxn id="67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80" name=""/>
            <p:cNvCxnSpPr>
              <a:stCxn id="681" idx="6"/>
              <a:endCxn id="68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83" name=""/>
            <p:cNvCxnSpPr>
              <a:stCxn id="684" idx="6"/>
              <a:endCxn id="68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86" name=""/>
            <p:cNvCxnSpPr>
              <a:stCxn id="687" idx="6"/>
              <a:endCxn id="68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60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5_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текста заглавия щёлкните мышью</a:t>
            </a:r>
            <a:endParaRPr lang="ru-RU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Второй уровень структуры</a:t>
            </a:r>
            <a:endParaRPr lang="ru-RU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Третий уровень структуры</a:t>
            </a:r>
            <a:endParaRPr lang="ru-RU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Четвёртый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Пятый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Шестой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Седьмой уровень структуры</a:t>
            </a:r>
            <a:endParaRPr lang="ru-RU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dt" idx="34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PlaceHolder 4"/>
          <p:cNvSpPr>
            <a:spLocks noGrp="1"/>
          </p:cNvSpPr>
          <p:nvPr>
            <p:ph type="ftr" idx="35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PlaceHolder 5"/>
          <p:cNvSpPr>
            <a:spLocks noGrp="1"/>
          </p:cNvSpPr>
          <p:nvPr>
            <p:ph type="sldNum" idx="36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4D5E75-2E48-48B0-BC81-19D8C487B50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694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695" name=""/>
            <p:cNvCxnSpPr>
              <a:stCxn id="609" idx="6"/>
              <a:endCxn id="61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96" name=""/>
            <p:cNvCxnSpPr>
              <a:stCxn id="612" idx="6"/>
              <a:endCxn id="61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97" name=""/>
            <p:cNvCxnSpPr>
              <a:stCxn id="615" idx="6"/>
              <a:endCxn id="61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98" name=""/>
            <p:cNvCxnSpPr>
              <a:stCxn id="618" idx="6"/>
              <a:endCxn id="61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99" name=""/>
            <p:cNvCxnSpPr>
              <a:stCxn id="621" idx="6"/>
              <a:endCxn id="62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0" name=""/>
            <p:cNvCxnSpPr>
              <a:stCxn id="624" idx="6"/>
              <a:endCxn id="62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1" name=""/>
            <p:cNvCxnSpPr>
              <a:stCxn id="627" idx="6"/>
              <a:endCxn id="62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2" name=""/>
            <p:cNvCxnSpPr>
              <a:stCxn id="630" idx="6"/>
              <a:endCxn id="63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3" name=""/>
            <p:cNvCxnSpPr>
              <a:stCxn id="633" idx="6"/>
              <a:endCxn id="63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4" name=""/>
            <p:cNvCxnSpPr>
              <a:stCxn id="636" idx="6"/>
              <a:endCxn id="63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5" name=""/>
            <p:cNvCxnSpPr>
              <a:stCxn id="639" idx="6"/>
              <a:endCxn id="64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6" name=""/>
            <p:cNvCxnSpPr>
              <a:stCxn id="642" idx="6"/>
              <a:endCxn id="64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7" name=""/>
            <p:cNvCxnSpPr>
              <a:stCxn id="645" idx="6"/>
              <a:endCxn id="64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8" name=""/>
            <p:cNvCxnSpPr>
              <a:stCxn id="648" idx="6"/>
              <a:endCxn id="64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9" name=""/>
            <p:cNvCxnSpPr>
              <a:stCxn id="651" idx="6"/>
              <a:endCxn id="65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0" name=""/>
            <p:cNvCxnSpPr>
              <a:stCxn id="654" idx="6"/>
              <a:endCxn id="65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1" name=""/>
            <p:cNvCxnSpPr>
              <a:stCxn id="657" idx="6"/>
              <a:endCxn id="65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2" name=""/>
            <p:cNvCxnSpPr>
              <a:stCxn id="660" idx="6"/>
              <a:endCxn id="66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3" name=""/>
            <p:cNvCxnSpPr>
              <a:stCxn id="663" idx="6"/>
              <a:endCxn id="66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4" name=""/>
            <p:cNvCxnSpPr>
              <a:stCxn id="666" idx="6"/>
              <a:endCxn id="66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5" name=""/>
            <p:cNvCxnSpPr>
              <a:stCxn id="669" idx="6"/>
              <a:endCxn id="67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6" name=""/>
            <p:cNvCxnSpPr>
              <a:stCxn id="672" idx="6"/>
              <a:endCxn id="67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7" name=""/>
            <p:cNvCxnSpPr>
              <a:stCxn id="675" idx="6"/>
              <a:endCxn id="67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8" name=""/>
            <p:cNvCxnSpPr>
              <a:stCxn id="678" idx="6"/>
              <a:endCxn id="67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9" name=""/>
            <p:cNvCxnSpPr>
              <a:stCxn id="681" idx="6"/>
              <a:endCxn id="68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20" name=""/>
            <p:cNvCxnSpPr>
              <a:stCxn id="684" idx="6"/>
              <a:endCxn id="68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21" name=""/>
            <p:cNvCxnSpPr>
              <a:stCxn id="687" idx="6"/>
              <a:endCxn id="68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60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simplemaps.com/data/world-cities" TargetMode="External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habr.com/ru/companies/yandex/articles/834262/" TargetMode="Externa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shutterstock.com/ru/search/ai-robot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1620000" y="2484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40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AntiNet: взлом нейронных сетей</a:t>
            </a:r>
            <a:endParaRPr lang="ru-RU" sz="40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7033680" y="3256560"/>
            <a:ext cx="2326320" cy="343440"/>
          </a:xfrm>
          <a:prstGeom prst="rect">
            <a:avLst/>
          </a:prstGeom>
          <a:noFill/>
          <a:ln w="1800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Фёдор Мамаев, 22Б09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5F08C2-3771-42F4-A623-946E8F7EAE22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Постановка задачи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468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С помощью градиентного спуска найти такой вход для нейронной сети, чтобы получить желаемый выход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6" name=""/>
          <p:cNvPicPr/>
          <p:nvPr/>
        </p:nvPicPr>
        <p:blipFill>
          <a:blip r:embed="rId1"/>
          <a:stretch/>
        </p:blipFill>
        <p:spPr>
          <a:xfrm>
            <a:off x="6744960" y="1440000"/>
            <a:ext cx="2975040" cy="31734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8DA84-E0E3-4E07-A9B1-905A4F471F5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Эксперимент 1: Задача регрессии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Простая формула от 4 переменных, включающая их произведения и квадраты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Переменные ограничены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 этой задачей градиентный спуск отлично справился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729" name=""/>
          <p:cNvPicPr/>
          <p:nvPr/>
        </p:nvPicPr>
        <p:blipFill>
          <a:blip r:embed="rId1"/>
          <a:stretch/>
        </p:blipFill>
        <p:spPr>
          <a:xfrm>
            <a:off x="2286720" y="3240000"/>
            <a:ext cx="2033280" cy="21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0" name=""/>
          <p:cNvPicPr/>
          <p:nvPr/>
        </p:nvPicPr>
        <p:blipFill>
          <a:blip r:embed="rId2"/>
          <a:stretch/>
        </p:blipFill>
        <p:spPr>
          <a:xfrm>
            <a:off x="4500000" y="3602880"/>
            <a:ext cx="4968000" cy="125712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5FFA0-F123-4A7A-9EBE-E5BBA4455F5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Эксперимент 2: Классификация с помощью CNN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Датасет: MNIST (цифры)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733" name=""/>
          <p:cNvPicPr/>
          <p:nvPr/>
        </p:nvPicPr>
        <p:blipFill>
          <a:blip r:embed="rId1"/>
          <a:stretch/>
        </p:blipFill>
        <p:spPr>
          <a:xfrm>
            <a:off x="2520720" y="1800000"/>
            <a:ext cx="1259280" cy="12646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4" name=""/>
          <p:cNvPicPr/>
          <p:nvPr/>
        </p:nvPicPr>
        <p:blipFill>
          <a:blip r:embed="rId2"/>
          <a:stretch/>
        </p:blipFill>
        <p:spPr>
          <a:xfrm>
            <a:off x="3960000" y="180000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5" name=""/>
          <p:cNvPicPr/>
          <p:nvPr/>
        </p:nvPicPr>
        <p:blipFill>
          <a:blip r:embed="rId3"/>
          <a:stretch/>
        </p:blipFill>
        <p:spPr>
          <a:xfrm>
            <a:off x="5400720" y="1800000"/>
            <a:ext cx="1259280" cy="12646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6" name=""/>
          <p:cNvPicPr/>
          <p:nvPr/>
        </p:nvPicPr>
        <p:blipFill>
          <a:blip r:embed="rId4"/>
          <a:stretch/>
        </p:blipFill>
        <p:spPr>
          <a:xfrm>
            <a:off x="6840000" y="1800000"/>
            <a:ext cx="1276560" cy="12823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7" name=""/>
          <p:cNvPicPr/>
          <p:nvPr/>
        </p:nvPicPr>
        <p:blipFill>
          <a:blip r:embed="rId5"/>
          <a:stretch/>
        </p:blipFill>
        <p:spPr>
          <a:xfrm>
            <a:off x="8280000" y="180000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8" name=""/>
          <p:cNvPicPr/>
          <p:nvPr/>
        </p:nvPicPr>
        <p:blipFill>
          <a:blip r:embed="rId6"/>
          <a:stretch/>
        </p:blipFill>
        <p:spPr>
          <a:xfrm>
            <a:off x="2526480" y="3240000"/>
            <a:ext cx="1254240" cy="12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39" name=""/>
          <p:cNvPicPr/>
          <p:nvPr/>
        </p:nvPicPr>
        <p:blipFill>
          <a:blip r:embed="rId7"/>
          <a:stretch/>
        </p:blipFill>
        <p:spPr>
          <a:xfrm>
            <a:off x="3960720" y="3240000"/>
            <a:ext cx="1276560" cy="12823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0" name=""/>
          <p:cNvPicPr/>
          <p:nvPr/>
        </p:nvPicPr>
        <p:blipFill>
          <a:blip r:embed="rId8"/>
          <a:stretch/>
        </p:blipFill>
        <p:spPr>
          <a:xfrm>
            <a:off x="5405400" y="3240000"/>
            <a:ext cx="1254600" cy="12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1" name=""/>
          <p:cNvPicPr/>
          <p:nvPr/>
        </p:nvPicPr>
        <p:blipFill>
          <a:blip r:embed="rId9"/>
          <a:stretch/>
        </p:blipFill>
        <p:spPr>
          <a:xfrm>
            <a:off x="6840000" y="324000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2" name=""/>
          <p:cNvPicPr/>
          <p:nvPr/>
        </p:nvPicPr>
        <p:blipFill>
          <a:blip r:embed="rId10"/>
          <a:stretch/>
        </p:blipFill>
        <p:spPr>
          <a:xfrm>
            <a:off x="8280000" y="325692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3" name=""/>
          <p:cNvPicPr/>
          <p:nvPr/>
        </p:nvPicPr>
        <p:blipFill>
          <a:blip r:embed="rId11"/>
          <a:stretch/>
        </p:blipFill>
        <p:spPr>
          <a:xfrm>
            <a:off x="1620000" y="4680000"/>
            <a:ext cx="7771320" cy="682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4D3A9-A12D-45BA-8DFF-FF17B52FE83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Эксперимент 2: Классификация с помощью CNN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4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Датасет: MNIST (цифры)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746" name=""/>
          <p:cNvPicPr/>
          <p:nvPr/>
        </p:nvPicPr>
        <p:blipFill>
          <a:blip r:embed="rId1"/>
          <a:stretch/>
        </p:blipFill>
        <p:spPr>
          <a:xfrm>
            <a:off x="2520720" y="1800000"/>
            <a:ext cx="1259280" cy="12646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7" name=""/>
          <p:cNvPicPr/>
          <p:nvPr/>
        </p:nvPicPr>
        <p:blipFill>
          <a:blip r:embed="rId2"/>
          <a:stretch/>
        </p:blipFill>
        <p:spPr>
          <a:xfrm>
            <a:off x="3960000" y="180000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8" name=""/>
          <p:cNvPicPr/>
          <p:nvPr/>
        </p:nvPicPr>
        <p:blipFill>
          <a:blip r:embed="rId3"/>
          <a:stretch/>
        </p:blipFill>
        <p:spPr>
          <a:xfrm>
            <a:off x="5400720" y="1800000"/>
            <a:ext cx="1259280" cy="12646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49" name=""/>
          <p:cNvPicPr/>
          <p:nvPr/>
        </p:nvPicPr>
        <p:blipFill>
          <a:blip r:embed="rId4"/>
          <a:stretch/>
        </p:blipFill>
        <p:spPr>
          <a:xfrm>
            <a:off x="6840000" y="1800000"/>
            <a:ext cx="1276560" cy="12823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0" name=""/>
          <p:cNvPicPr/>
          <p:nvPr/>
        </p:nvPicPr>
        <p:blipFill>
          <a:blip r:embed="rId5"/>
          <a:stretch/>
        </p:blipFill>
        <p:spPr>
          <a:xfrm>
            <a:off x="8280000" y="180000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1" name=""/>
          <p:cNvPicPr/>
          <p:nvPr/>
        </p:nvPicPr>
        <p:blipFill>
          <a:blip r:embed="rId6"/>
          <a:stretch/>
        </p:blipFill>
        <p:spPr>
          <a:xfrm>
            <a:off x="2526480" y="3240000"/>
            <a:ext cx="1254240" cy="12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2" name=""/>
          <p:cNvPicPr/>
          <p:nvPr/>
        </p:nvPicPr>
        <p:blipFill>
          <a:blip r:embed="rId7"/>
          <a:stretch/>
        </p:blipFill>
        <p:spPr>
          <a:xfrm>
            <a:off x="3960720" y="3240000"/>
            <a:ext cx="1276560" cy="12823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3" name=""/>
          <p:cNvPicPr/>
          <p:nvPr/>
        </p:nvPicPr>
        <p:blipFill>
          <a:blip r:embed="rId8"/>
          <a:stretch/>
        </p:blipFill>
        <p:spPr>
          <a:xfrm>
            <a:off x="5405400" y="3240000"/>
            <a:ext cx="1254600" cy="126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4" name=""/>
          <p:cNvPicPr/>
          <p:nvPr/>
        </p:nvPicPr>
        <p:blipFill>
          <a:blip r:embed="rId9"/>
          <a:stretch/>
        </p:blipFill>
        <p:spPr>
          <a:xfrm>
            <a:off x="6840000" y="324000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5" name=""/>
          <p:cNvPicPr/>
          <p:nvPr/>
        </p:nvPicPr>
        <p:blipFill>
          <a:blip r:embed="rId10"/>
          <a:stretch/>
        </p:blipFill>
        <p:spPr>
          <a:xfrm>
            <a:off x="8280000" y="3256920"/>
            <a:ext cx="1260000" cy="12654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56" name=""/>
          <p:cNvPicPr/>
          <p:nvPr/>
        </p:nvPicPr>
        <p:blipFill>
          <a:blip r:embed="rId11"/>
          <a:stretch/>
        </p:blipFill>
        <p:spPr>
          <a:xfrm>
            <a:off x="1620000" y="4680000"/>
            <a:ext cx="7771320" cy="682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2BCD23-5103-4ED8-9DCD-6E80D1F0EE4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Эксперимент 3: Классификация с помощью RNN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/>
          </p:nvPr>
        </p:nvSpPr>
        <p:spPr>
          <a:xfrm>
            <a:off x="1620000" y="1440000"/>
            <a:ext cx="81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Датасет: </a:t>
            </a: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  <a:hlinkClick r:id="rId1"/>
              </a:rPr>
              <a:t>https://simplemaps.com/data/world-cities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Хотим получить желаемый результат классификации текста (последовательности токенов). Но вот беда — на вход нужно подавать номера токенов, т. е. дискретные величины. Здесь в чистом виде градиентный спуск невозможен.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Именно тогда я узнал, что такое софтмакс Гумбеля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BAEAC0-74C1-458B-AE96-468D32E000F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Отступление: софтмакс Гумбеля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/>
          </p:nvPr>
        </p:nvSpPr>
        <p:spPr>
          <a:xfrm>
            <a:off x="1620000" y="1260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  <a:hlinkClick r:id="rId1"/>
              </a:rPr>
              <a:t>https://habr.com/ru/companies/yandex/articles/834262/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Софтмакс Гумбеля позволяет «обойти» дискретную операцию в нейронной сети, такую, как сэмплирование из категориального распределения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Идея: вместо сэмплирования мы используем функцию от вектора вероятностей и случайной величины из распределения Гумбеля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При прямом проходе мы даём модели на вход argmax, при обратном — переносим градиент на softmax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761" name=""/>
          <p:cNvPicPr/>
          <p:nvPr/>
        </p:nvPicPr>
        <p:blipFill>
          <a:blip r:embed="rId2"/>
          <a:stretch/>
        </p:blipFill>
        <p:spPr>
          <a:xfrm>
            <a:off x="1620000" y="4680000"/>
            <a:ext cx="2430360" cy="7005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62" name=""/>
          <p:cNvPicPr/>
          <p:nvPr/>
        </p:nvPicPr>
        <p:blipFill>
          <a:blip r:embed="rId3"/>
          <a:stretch/>
        </p:blipFill>
        <p:spPr>
          <a:xfrm>
            <a:off x="4955400" y="4718880"/>
            <a:ext cx="1524600" cy="38808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763" name=""/>
          <p:cNvSpPr txBox="1"/>
          <p:nvPr/>
        </p:nvSpPr>
        <p:spPr>
          <a:xfrm>
            <a:off x="6480000" y="4730040"/>
            <a:ext cx="900000" cy="5288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=&gt;</a:t>
            </a:r>
            <a:endParaRPr lang="ru-RU" sz="2200" b="1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4" name=""/>
          <p:cNvPicPr/>
          <p:nvPr/>
        </p:nvPicPr>
        <p:blipFill>
          <a:blip r:embed="rId4"/>
          <a:stretch/>
        </p:blipFill>
        <p:spPr>
          <a:xfrm>
            <a:off x="6939720" y="4738320"/>
            <a:ext cx="2420280" cy="34056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B3A9A-BC4E-4C15-9439-2B2D1392E6B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Эксперимент 3: Классификация с помощью RNN. Результаты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/>
          </p:nvPr>
        </p:nvSpPr>
        <p:spPr>
          <a:xfrm>
            <a:off x="1620000" y="1440000"/>
            <a:ext cx="81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🇮🇳jKhPJhJPjJrI</a:t>
            </a:r>
            <a:endParaRPr lang="ru-RU" sz="2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🇺🇸WwGwWWCrprw</a:t>
            </a:r>
            <a:endParaRPr lang="ru-RU" sz="2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🇧🇷IIIIUIIIUAAA</a:t>
            </a:r>
            <a:endParaRPr lang="ru-RU" sz="2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🇨🇳XQgwXiiYQYYw</a:t>
            </a:r>
            <a:endParaRPr lang="ru-RU" sz="2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767" name=""/>
          <p:cNvPicPr/>
          <p:nvPr/>
        </p:nvPicPr>
        <p:blipFill>
          <a:blip r:embed="rId1"/>
          <a:stretch/>
        </p:blipFill>
        <p:spPr>
          <a:xfrm>
            <a:off x="1787760" y="4248720"/>
            <a:ext cx="9372240" cy="25128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68" name=""/>
          <p:cNvPicPr/>
          <p:nvPr/>
        </p:nvPicPr>
        <p:blipFill>
          <a:blip r:embed="rId2"/>
          <a:stretch/>
        </p:blipFill>
        <p:spPr>
          <a:xfrm>
            <a:off x="1784160" y="4675680"/>
            <a:ext cx="5775840" cy="54432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69" name=""/>
          <p:cNvPicPr/>
          <p:nvPr/>
        </p:nvPicPr>
        <p:blipFill>
          <a:blip r:embed="rId3"/>
          <a:stretch/>
        </p:blipFill>
        <p:spPr>
          <a:xfrm>
            <a:off x="7804080" y="1350360"/>
            <a:ext cx="2455920" cy="522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A42685-0279-4828-A0BF-576227249AC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Эксперимент 4: Генерация с помощью RNN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/>
          </p:nvPr>
        </p:nvSpPr>
        <p:spPr>
          <a:xfrm>
            <a:off x="1620000" y="1440000"/>
            <a:ext cx="8100000" cy="39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А что если мы хотим получить определённый вывод от генеративной модели?</a:t>
            </a:r>
            <a:endParaRPr lang="ru-RU" sz="2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Последний эксперимент не такой удачный, но требуемую последовательность токенов модель может быть вообще не способна сгенерировать</a:t>
            </a:r>
            <a:endParaRPr lang="ru-RU" sz="2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772" name=""/>
          <p:cNvPicPr/>
          <p:nvPr/>
        </p:nvPicPr>
        <p:blipFill>
          <a:blip r:embed="rId1"/>
          <a:stretch/>
        </p:blipFill>
        <p:spPr>
          <a:xfrm>
            <a:off x="1695240" y="3716640"/>
            <a:ext cx="1904760" cy="24336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73" name=""/>
          <p:cNvPicPr/>
          <p:nvPr/>
        </p:nvPicPr>
        <p:blipFill>
          <a:blip r:embed="rId2"/>
          <a:stretch/>
        </p:blipFill>
        <p:spPr>
          <a:xfrm>
            <a:off x="1597680" y="3960000"/>
            <a:ext cx="2542320" cy="90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74" name=""/>
          <p:cNvPicPr/>
          <p:nvPr/>
        </p:nvPicPr>
        <p:blipFill>
          <a:blip r:embed="rId3"/>
          <a:stretch/>
        </p:blipFill>
        <p:spPr>
          <a:xfrm>
            <a:off x="4320000" y="3724200"/>
            <a:ext cx="1874160" cy="2358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75" name=""/>
          <p:cNvPicPr/>
          <p:nvPr/>
        </p:nvPicPr>
        <p:blipFill>
          <a:blip r:embed="rId4"/>
          <a:stretch/>
        </p:blipFill>
        <p:spPr>
          <a:xfrm>
            <a:off x="4315680" y="3960000"/>
            <a:ext cx="2612160" cy="900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76" name=""/>
          <p:cNvPicPr/>
          <p:nvPr/>
        </p:nvPicPr>
        <p:blipFill>
          <a:blip r:embed="rId5"/>
          <a:stretch/>
        </p:blipFill>
        <p:spPr>
          <a:xfrm>
            <a:off x="7133400" y="3724560"/>
            <a:ext cx="1904760" cy="25884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77" name=""/>
          <p:cNvPicPr/>
          <p:nvPr/>
        </p:nvPicPr>
        <p:blipFill>
          <a:blip r:embed="rId6"/>
          <a:stretch/>
        </p:blipFill>
        <p:spPr>
          <a:xfrm>
            <a:off x="7193520" y="3978360"/>
            <a:ext cx="2526480" cy="881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069980-AA25-4707-8B5B-B5BA2A4A1EF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Источники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11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  <a:hlinkClick r:id="rId1"/>
              </a:rPr>
              <a:t>https://www.shutterstock.com/ru/search/ai-robot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https://despicableme.fandom.com/wiki/Felonius_Gru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1620000" y="4464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Спасибо за внимание!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1620000" y="2484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algn="ctr"/>
            <a:r>
              <a:rPr lang="ru-RU" sz="33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Ссылка на репозиторий</a:t>
            </a:r>
            <a:endParaRPr lang="ru-RU" sz="33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1620000" y="3240000"/>
            <a:ext cx="8100000" cy="11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https://github.com/FedMam/anti-nn</a:t>
            </a:r>
            <a:endParaRPr lang="ru-RU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CC51BD-C87D-4BC3-B555-FC54FDC4390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LibreOffice/25.8.4.2$Linux_X86_64 LibreOffice_project/0366609b1de41a39e1896ae41e33c673f2a73802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2025-12-25T15:48:22Z</dcterms:created>
  <dc:creator/>
  <dc:description>This work is licensed under a Creative Commons 0 License.
It makes use of the works of Alexander Wilms.</dc:description>
  <dc:language>ru-RU</dc:language>
  <cp:lastModifiedBy/>
  <dcterms:modified xsi:type="dcterms:W3CDTF">2025-12-25T16:32:58Z</dcterms:modified>
  <cp:revision>2</cp:revision>
  <dc:subject/>
  <dc:title>DNA</dc:title>
</cp:coreProperties>
</file>